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Sprint Implementation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| v2.0 | timelesshadith.com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5303520"/>
            <a:ext cx="2743200" cy="109728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5303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7,277 Hadiths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5303520"/>
            <a:ext cx="2743200" cy="109728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5303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Commits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0" y="5303520"/>
            <a:ext cx="2743200" cy="109728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5303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This Sprint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 is a free, open Islamic reference platform delivering authenticated Prophetic traditions. This sprint delivered a complete visual overhaul, AI-powered semantic search, security hardening, and comprehensive SEO optimisation—transforming the site into a production-grade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0"/>
            <a:ext cx="4114800" cy="105156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0" y="12344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869680" y="1280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Shipped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0" y="2331720"/>
            <a:ext cx="4114800" cy="105156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24688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869680" y="2514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This Sprint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3566160"/>
            <a:ext cx="4114800" cy="105156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37033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Modified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4800600"/>
            <a:ext cx="4114800" cy="105156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493776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869680" y="49834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74904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F7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solidFill>
            <a:srgbClr val="4F72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JS · No framework · Lighthouse 90+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188720"/>
            <a:ext cx="374904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188720"/>
            <a:ext cx="374904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2618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69164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· 7,277 hadiths · pgvector · RLS enabled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21040" y="1188720"/>
            <a:ext cx="374904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1188720"/>
            <a:ext cx="374904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12618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169164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 + OpenAI · embeddings · gpt-4o-mini · RAG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374904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9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49040"/>
            <a:ext cx="3749040" cy="36576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221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· Auto-deploy · Global CDN · Zero config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3749040"/>
            <a:ext cx="374904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3749040"/>
            <a:ext cx="37490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8221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25196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ehsaasradio-bot · 128 commits · CI validation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21040" y="3749040"/>
            <a:ext cx="374904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3C5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3749040"/>
            <a:ext cx="3749040" cy="36576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38221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DNS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0" y="425196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timelesshadith.com · Cloudflare DNS · CNAME · Full proxy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1005840"/>
            <a:ext cx="3044952" cy="54864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100584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48" y="1554480"/>
            <a:ext cx="0" cy="36576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371600" y="2011680"/>
            <a:ext cx="2743200" cy="548640"/>
          </a:xfrm>
          <a:prstGeom prst="roundRect">
            <a:avLst/>
          </a:prstGeom>
          <a:solidFill>
            <a:srgbClr val="FF950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CDN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2286000"/>
            <a:ext cx="91440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0" y="2011680"/>
            <a:ext cx="2743200" cy="54864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2286000"/>
            <a:ext cx="91440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0" y="2011680"/>
            <a:ext cx="2743200" cy="54864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Content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2926080"/>
            <a:ext cx="2560320" cy="54864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Query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0" y="3200400"/>
            <a:ext cx="82296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12480" y="2926080"/>
            <a:ext cx="2834640" cy="54864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926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29800" y="3474720"/>
            <a:ext cx="0" cy="45720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0" y="4023360"/>
            <a:ext cx="2468880" cy="45720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424160" y="4023360"/>
            <a:ext cx="1371600" cy="45720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10424160" y="4023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48463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Google Auth → Firebase Auth → Supabase DB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System &amp; Visual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0352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Light/Dark Theme System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localStorage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(th_theme_default_v3)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Light theme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persists sessions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prevention enabled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across all pages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097280"/>
            <a:ext cx="5577840" cy="100584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0" y="1188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Key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1508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th_theme_default_v3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240280"/>
            <a:ext cx="5577840" cy="100584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331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2651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383280"/>
            <a:ext cx="5577840" cy="100584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3474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3794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4526280"/>
            <a:ext cx="5577840" cy="100584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4617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Prevention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4937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script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5120640"/>
            <a:ext cx="5577840" cy="10972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52578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Two-Card Glassmorphism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Section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Hadith Search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600200" cy="50292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057400" y="1348740"/>
            <a:ext cx="3200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377440" y="1097280"/>
            <a:ext cx="1600200" cy="50292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097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Receives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77640" y="1348740"/>
            <a:ext cx="3200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1097280"/>
            <a:ext cx="1600200" cy="50292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097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Embedding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97880" y="1348740"/>
            <a:ext cx="3200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1097280"/>
            <a:ext cx="1600200" cy="50292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097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18120" y="1348740"/>
            <a:ext cx="3200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38160" y="1097280"/>
            <a:ext cx="1600200" cy="50292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097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Retrieved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738360" y="1348740"/>
            <a:ext cx="3200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58400" y="1097280"/>
            <a:ext cx="1600200" cy="50292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0" y="1097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Answer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658600" y="1348740"/>
            <a:ext cx="3200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978640" y="1097280"/>
            <a:ext cx="1600200" cy="50292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22" name="Text 20"/>
          <p:cNvSpPr/>
          <p:nvPr/>
        </p:nvSpPr>
        <p:spPr>
          <a:xfrm>
            <a:off x="11978640" y="1097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011680"/>
            <a:ext cx="11274552" cy="64008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0848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2084832"/>
            <a:ext cx="7616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seconds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11274552" cy="64008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9077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Hadiths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0" y="2907792"/>
            <a:ext cx="7616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7,277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11274552" cy="64008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7307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Guarantee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3730752"/>
            <a:ext cx="7616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— No Hallucination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11274552" cy="164592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70916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Endpoint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5074920"/>
            <a:ext cx="107259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Request: { "query": "...", "limit": 5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Response: [ { "hadith": "...", "source": "..." }, ... 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5661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3566160" cy="54864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070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Protection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replaces wildcard.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origins.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15384" y="1143000"/>
            <a:ext cx="35661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15384" y="1143000"/>
            <a:ext cx="3566160" cy="54864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398264" y="12070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98264" y="18288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requests per 60 seconds.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KV planned.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73568" y="1143000"/>
            <a:ext cx="35661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73568" y="1143000"/>
            <a:ext cx="3566160" cy="54864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8156448" y="12070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Hardening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56448" y="18288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unsafe-inline removed.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via addEventListener.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Performance Optimisation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Optimisation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Schemas: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WebSite + Organization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FAQPage (index)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7340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CollectionPage + Breadcrumb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081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AboutPage + Organization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7764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Sitemap: 135 URLs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1239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lastmod: 2026-04-12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714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8188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Data: 100%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5352" y="1097280"/>
            <a:ext cx="548640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Optimisation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9672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Loading: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19672" y="20391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Arabic: non-render-blocking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19672" y="238658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Inter: preloaded on home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9672" y="273405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19672" y="3081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Optimization: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9672" y="34290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dns-prefetch for origins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19672" y="37764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19672" y="412394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Priority: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19672" y="447141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fetchpriority=high above-fold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19672" y="48188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19672" y="5166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Worker: v8 versioned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54480" cy="64008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011680" y="1508760"/>
            <a:ext cx="22860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286000" y="1188720"/>
            <a:ext cx="1554480" cy="4572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0" y="1417320"/>
            <a:ext cx="22860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14800" y="1188720"/>
            <a:ext cx="1554480" cy="64008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1188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0" y="1508760"/>
            <a:ext cx="22860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0" y="1188720"/>
            <a:ext cx="1554480" cy="4572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1417320"/>
            <a:ext cx="22860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0" y="1188720"/>
            <a:ext cx="1554480" cy="64008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1188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Validation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0" y="1508760"/>
            <a:ext cx="22860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01200" y="1188720"/>
            <a:ext cx="1554480" cy="4572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Build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155680" y="1417320"/>
            <a:ext cx="22860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430000" y="1188720"/>
            <a:ext cx="1554480" cy="640080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0" y="1188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11274552" cy="109728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395728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Deployment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2743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worker &amp;&amp; npx wrangler deploy → Cloudflare Worker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11274552" cy="73152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703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Pages auto-deploys in 1-3 minutes after push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71600" y="4572000"/>
            <a:ext cx="4114800" cy="164592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4709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Deployment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645920" y="502920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&lt; 2 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&lt; 1 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02552" y="4572000"/>
            <a:ext cx="4114800" cy="164592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76872" y="4709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Deployment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76872" y="502920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trigger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deploy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Started: Replicating This Setup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7455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4F72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170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Repository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https://github.com/ehsaasradio-bot/timeless-hadith.git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127455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4F72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993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Cloudflare Pages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integration — No build command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127455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4F72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816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Environment Variables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SUPABASE_URL, SUPABASE_ANON_KEY, OPENAI_API_KEY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1127455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4F72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3639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Worker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worker &amp;&amp; npx wrangler deploy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1127455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4F72F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4462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Worker Secrets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0" y="4480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wrangler secret put OPENAI_API_KEY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5212080"/>
            <a:ext cx="1127455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4F72F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34440" y="5285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DNS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0" y="5303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CNAME @ to timeless-hadith.pages.dev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6035040"/>
            <a:ext cx="1127455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72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6172200"/>
            <a:ext cx="457200" cy="457200"/>
          </a:xfrm>
          <a:prstGeom prst="ellipse">
            <a:avLst/>
          </a:prstGeom>
          <a:solidFill>
            <a:srgbClr val="4F72F8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6172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34440" y="6108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14800" y="6126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 — live in 1-3 minutes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Sprint — 11 Commits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745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704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1704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chore: initialize project structure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0" y="1170432"/>
            <a:ext cx="3474720" cy="292608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1704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112745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459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6459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implement theme system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0" y="1645920"/>
            <a:ext cx="3474720" cy="292608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16459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Light/Dark toggle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112745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1214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1214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add persistent localStorage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0" y="2121408"/>
            <a:ext cx="3474720" cy="292608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21214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23744"/>
            <a:ext cx="112745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9689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259689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prevent theme flash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3474720" cy="292608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0" y="25968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improvement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999232"/>
            <a:ext cx="112745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0723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307238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refactor: remove emojis globally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0" y="3072384"/>
            <a:ext cx="3474720" cy="292608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307238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cleanup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112745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54787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354787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style: remove italic typography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72400" y="3547872"/>
            <a:ext cx="3474720" cy="292608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35478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950208"/>
            <a:ext cx="112745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0233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7280" y="40233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add bookmark counter badge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72400" y="4023360"/>
            <a:ext cx="3474720" cy="292608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0" y="40233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425696"/>
            <a:ext cx="112745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4988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7280" y="449884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featured hadith navigation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72400" y="4498848"/>
            <a:ext cx="3474720" cy="292608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42" name="Text 40"/>
          <p:cNvSpPr/>
          <p:nvPr/>
        </p:nvSpPr>
        <p:spPr>
          <a:xfrm>
            <a:off x="7863840" y="44988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UX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901184"/>
            <a:ext cx="112745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9743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97280" y="497433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refactor: category page icons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72400" y="4974336"/>
            <a:ext cx="3474720" cy="292608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47" name="Text 45"/>
          <p:cNvSpPr/>
          <p:nvPr/>
        </p:nvSpPr>
        <p:spPr>
          <a:xfrm>
            <a:off x="7863840" y="49743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refresh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376672"/>
            <a:ext cx="112745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54498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97280" y="544982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seo optimization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772400" y="5449824"/>
            <a:ext cx="3474720" cy="292608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52" name="Text 50"/>
          <p:cNvSpPr/>
          <p:nvPr/>
        </p:nvSpPr>
        <p:spPr>
          <a:xfrm>
            <a:off x="7863840" y="544982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5852160"/>
            <a:ext cx="112745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592531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7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97280" y="592531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 add final report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772400" y="5925312"/>
            <a:ext cx="3474720" cy="292608"/>
          </a:xfrm>
          <a:prstGeom prst="roundRect">
            <a:avLst/>
          </a:prstGeom>
          <a:solidFill>
            <a:srgbClr val="4F72F8"/>
          </a:solidFill>
          <a:ln/>
        </p:spPr>
      </p:sp>
      <p:sp>
        <p:nvSpPr>
          <p:cNvPr id="57" name="Text 55"/>
          <p:cNvSpPr/>
          <p:nvPr/>
        </p:nvSpPr>
        <p:spPr>
          <a:xfrm>
            <a:off x="7863840" y="59253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 Priorities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4552" cy="82296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4F72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Supabase Live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js/data.js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1274552" cy="82296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4F72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05740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Firebase Auth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auth consolidation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1274552" cy="82296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4F72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01752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KV-Backed Rate Limiting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33756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Worker infrastructure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11274552" cy="82296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4F72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9776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(Backend)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29768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creation &amp; data management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11274552" cy="82296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4F72F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493776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Automation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525780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or Make.com integration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806440"/>
            <a:ext cx="11274552" cy="82296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4F72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989320"/>
            <a:ext cx="457200" cy="457200"/>
          </a:xfrm>
          <a:prstGeom prst="ellipse">
            <a:avLst/>
          </a:prstGeom>
          <a:solidFill>
            <a:srgbClr val="4F72F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989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589788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Bookmark Features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80160" y="621792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refinements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4F7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Hadith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enduring Islamic knowledge platform — one commit at a time.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timelesshadith.com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github.com/ehsaasradio-bot/timeless-hadith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2026-04-12T07:01:41Z</dcterms:created>
  <dcterms:modified xsi:type="dcterms:W3CDTF">2026-04-12T07:01:41Z</dcterms:modified>
</cp:coreProperties>
</file>