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2377440" cy="292608"/>
          </a:xfrm>
          <a:prstGeom prst="rect">
            <a:avLst>
              <a:gd name="adj" fmla="val 18750"/>
            </a:avLst>
          </a:prstGeom>
          <a:solidFill>
            <a:srgbClr val="1A1A2E"/>
          </a:solidFill>
          <a:ln w="12700">
            <a:solidFill>
              <a:srgbClr val="4A2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855F7"/>
                </a:solidFill>
              </a:rPr>
              <a:t>REMEDIATION ROADMAP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0F0F8"/>
                </a:solidFill>
              </a:rPr>
              <a:t>Fix It.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A855F7"/>
                </a:solidFill>
              </a:rPr>
              <a:t>Ship It. Own It.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A8"/>
                </a:solidFill>
              </a:rPr>
              <a:t>A prioritised, actionable remediation plan across Security, SEO, Performance &amp; Best Practices for timelesshadith.com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1737360" cy="868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21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7A"/>
                </a:solidFill>
              </a:rPr>
              <a:t>Total Findings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0" y="4343400"/>
            <a:ext cx="1737360" cy="868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7A"/>
                </a:solidFill>
              </a:rPr>
              <a:t>Critical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0" y="4343400"/>
            <a:ext cx="1737360" cy="868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9768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7A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4343400"/>
            <a:ext cx="1737360" cy="868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4407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90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4773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A5A7A"/>
                </a:solidFill>
              </a:rPr>
              <a:t>Days to Close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7A"/>
                </a:solidFill>
              </a:rPr>
              <a:t>timelesshadith.com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</a:rPr>
              <a:t>21 findings identified across 4 domains. No changes implemented — this is a plan only.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926080" cy="1828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926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</a:rPr>
              <a:t>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Critical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Act within 24 hours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926080" cy="1828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371600"/>
            <a:ext cx="29260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45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</a:rPr>
              <a:t>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5204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High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Complete within 2 weeks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2926080" cy="1828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74720"/>
            <a:ext cx="292608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AB308"/>
                </a:solidFill>
              </a:rPr>
              <a:t>8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20040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Medium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Complete within 60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3474720"/>
            <a:ext cx="2926080" cy="182880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3474720"/>
            <a:ext cx="29260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2C55E"/>
                </a:solidFill>
              </a:rPr>
              <a:t>2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3520440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Polish within 90 days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280160"/>
            <a:ext cx="4983480" cy="42976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1463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5A5A7A"/>
                </a:solidFill>
              </a:rPr>
              <a:t>FINDINGS BY CATEGORY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0" y="1874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</a:rPr>
              <a:t>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11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2148840"/>
            <a:ext cx="461772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2148840"/>
            <a:ext cx="2401214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679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</a:rPr>
              <a:t>SEO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953512"/>
            <a:ext cx="461772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953512"/>
            <a:ext cx="1108253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4838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0" y="3483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3758184"/>
            <a:ext cx="461772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0" y="3758184"/>
            <a:ext cx="646481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2885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</a:rPr>
              <a:t>Best Practices / PWA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0" y="428853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4562856"/>
            <a:ext cx="461772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4562856"/>
            <a:ext cx="46177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4 Findings — Act Within 24 Hours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577840" cy="2240280"/>
          </a:xfrm>
          <a:prstGeom prst="rect">
            <a:avLst/>
          </a:prstGeom>
          <a:solidFill>
            <a:srgbClr val="0F0F1A"/>
          </a:solidFill>
          <a:ln w="12700">
            <a:solidFill>
              <a:srgbClr val="4A10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" cy="2240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99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A7A"/>
                </a:solidFill>
              </a:rPr>
              <a:t>C-01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367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Admin CMS Accessible Without Auth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8"/>
                </a:solidFill>
              </a:rPr>
              <a:t>sessionStorage gate trivially bypassed. HTTP 200 to all visitors. Full admin panel exposed.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55778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Estimated effort: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F0F8"/>
                </a:solidFill>
              </a:rPr>
              <a:t>2–3 hrs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776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24-48 hrs deadline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63640" y="1234440"/>
            <a:ext cx="5577840" cy="2240280"/>
          </a:xfrm>
          <a:prstGeom prst="rect">
            <a:avLst/>
          </a:prstGeom>
          <a:solidFill>
            <a:srgbClr val="0F0F1A"/>
          </a:solidFill>
          <a:ln w="12700">
            <a:solidFill>
              <a:srgbClr val="4A10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234440"/>
            <a:ext cx="54864" cy="2240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99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A7A"/>
                </a:solidFill>
              </a:rPr>
              <a:t>C-02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086600" y="1399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16367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Password Hash Hardcoded in Public 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0756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8"/>
                </a:solidFill>
              </a:rPr>
              <a:t>SHA-256 hash visible in page source. No salt. Recoverable via crackstation.net instantly.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5778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Estimated effort: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895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F0F8"/>
                </a:solidFill>
              </a:rPr>
              <a:t>1 hr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9212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24-48 hrs deadline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5577840" cy="2240280"/>
          </a:xfrm>
          <a:prstGeom prst="rect">
            <a:avLst/>
          </a:prstGeom>
          <a:solidFill>
            <a:srgbClr val="0F0F1A"/>
          </a:solidFill>
          <a:ln w="12700">
            <a:solidFill>
              <a:srgbClr val="4A10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49040"/>
            <a:ext cx="54864" cy="2240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136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A7A"/>
                </a:solidFill>
              </a:rPr>
              <a:t>C-03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30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1513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Supabase Key in 4 Files + GitHub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5902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8"/>
                </a:solidFill>
              </a:rPr>
              <a:t>7,277 hadiths exposed. 10-year JWT hardcoded in public repo — rotate immediately.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5532120"/>
            <a:ext cx="55778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623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Estimated effort: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645920" y="5623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F0F8"/>
                </a:solidFill>
              </a:rPr>
              <a:t>3–4 hrs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77640" y="5623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24-48 hrs deadline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3749040"/>
            <a:ext cx="5577840" cy="2240280"/>
          </a:xfrm>
          <a:prstGeom prst="rect">
            <a:avLst/>
          </a:prstGeom>
          <a:solidFill>
            <a:srgbClr val="0F0F1A"/>
          </a:solidFill>
          <a:ln w="12700">
            <a:solidFill>
              <a:srgbClr val="4A10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3749040"/>
            <a:ext cx="54864" cy="2240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9136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5A7A"/>
                </a:solidFill>
              </a:rPr>
              <a:t>C-04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866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SEO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4151376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</a:rPr>
              <a:t>Sitemap Slug Mismatch — 97 URLs Broken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45902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8"/>
                </a:solidFill>
              </a:rPr>
              <a:t>sitemap.xml uses book-N IDs. Live site uses semantic slugs. 97/102 pages may be un-indexed.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5532120"/>
            <a:ext cx="55778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623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Estimated effort: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89520" y="5623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F0F8"/>
                </a:solidFill>
              </a:rPr>
              <a:t>2 hrs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921240" y="5623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24-48 hrs deadline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7 Findings — Complete Within 2 Weeks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10-Year JWT Validity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Security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13898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1 hr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07040" y="1389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3852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21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CORS Wildcard on All Routes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121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30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07040" y="21214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7004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67004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529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Legacy Firebase Still Loading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852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Security / Perf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28529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2 hrs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40156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0156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84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Missing DMARC / SPF Softfail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</a:rPr>
              <a:t>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30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07040" y="3584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3308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13308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15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972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4 Render-Blocking JS Files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0" y="4315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30 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07040" y="4315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86460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86460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0474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72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No WebP Images (All PNG)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7512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Performance / SEO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0" y="5047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2–4 hrs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07040" y="5047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5596128"/>
            <a:ext cx="11475720" cy="621792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5596128"/>
            <a:ext cx="54864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7790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H-07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9728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JS Bundle Not Minified (79.5KB)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75120" y="5779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144000" y="5779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A8"/>
                </a:solidFill>
              </a:rPr>
              <a:t>Effort: 2 hrs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07040" y="5779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Week 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AB308"/>
                </a:solidFill>
              </a:rPr>
              <a:t>MEDIUM &amp; 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10 Findings — Complete Within 60–90 Days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AB308"/>
                </a:solidFill>
              </a:rPr>
              <a:t>MEDIUM — Month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5448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6824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CSP unsafe-inline in Headers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4884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1560" y="22768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No SRI on External Scripts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4320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2871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robots.txt Exposes Admin Paths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3756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74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3465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No Rate Limiting on AI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474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Security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3192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69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" y="40599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Meta Descriptions Too Long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SEO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52628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52628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" y="4654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JS/CSS Cache TTL Only 4 Hours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46634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512064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512064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257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" y="5248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Schema.org Missing on Key Pages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5257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SEO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5715000"/>
            <a:ext cx="5669280" cy="493776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5715000"/>
            <a:ext cx="45720" cy="4937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852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M-08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1560" y="58430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No Service Worker (PWA Incomplete)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5852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PWA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0080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C55E"/>
                </a:solidFill>
              </a:rPr>
              <a:t>LOW — Month 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554480"/>
            <a:ext cx="5394960" cy="566928"/>
          </a:xfrm>
          <a:prstGeom prst="rect">
            <a:avLst/>
          </a:prstGeom>
          <a:solidFill>
            <a:srgbClr val="0F0F1A"/>
          </a:solidFill>
          <a:ln w="12700">
            <a:solidFill>
              <a:srgbClr val="0F3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1554480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L-01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32320" y="16276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font-display:swap Missing on Google Fonts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37960" y="1901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Effort: 5 min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00800" y="2240280"/>
            <a:ext cx="5394960" cy="566928"/>
          </a:xfrm>
          <a:prstGeom prst="rect">
            <a:avLst/>
          </a:prstGeom>
          <a:solidFill>
            <a:srgbClr val="0F0F1A"/>
          </a:solidFill>
          <a:ln w="12700">
            <a:solidFill>
              <a:srgbClr val="0F3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00800" y="2240280"/>
            <a:ext cx="4572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2331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5A7A"/>
                </a:solidFill>
              </a:rPr>
              <a:t>L-02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32320" y="23134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</a:rPr>
              <a:t>Only 1 of 3 Images Uses Lazy Loading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37960" y="25877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Effort: 15 min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00800" y="2971800"/>
            <a:ext cx="5394960" cy="3657600"/>
          </a:xfrm>
          <a:prstGeom prst="rect">
            <a:avLst/>
          </a:prstGeom>
          <a:solidFill>
            <a:srgbClr val="0D1F10"/>
          </a:solidFill>
          <a:ln w="12700">
            <a:solidFill>
              <a:srgbClr val="1A40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Quick Wins Available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83680" y="34198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These low items take under 20 minutes combined — ship them in your very next deploy: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76656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Add &amp;display=swap to Google Fonts URL — 5 min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01968" y="40325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6656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Add loading="lazy" to remaining images — 5 min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01968" y="44897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Remove admin paths from robots.txt — 5 min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601968" y="49469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5303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Update meta descriptions to under 150 chars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01968" y="54041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5760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Set JS/CSS Cache-Control to 1 year — 5 min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01968" y="58613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PRIORITISATION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Effort vs Impact Matrix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669280" cy="26060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2984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</a:rPr>
              <a:t>HIGH IMPACT — LOW EFFORT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4632" y="151790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Start here — biggest bang for your hour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4632" y="1755648"/>
            <a:ext cx="5340096" cy="18288"/>
          </a:xfrm>
          <a:prstGeom prst="rect">
            <a:avLst/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94767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874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Fix sitemap slugs (C-04)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24028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167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Remove password hash (C-02)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53288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4597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Add defer to scripts (H-05)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282549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7523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DMARC + SPF fix (H-04)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11810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044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Fix CORS wildcard (H-02)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" y="341071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3337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047"/>
                </a:solidFill>
              </a:rPr>
              <a:t>Remove admin from robots.txt (M-03)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188720"/>
            <a:ext cx="5669280" cy="260604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36792" y="129844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A855F7"/>
                </a:solidFill>
              </a:rPr>
              <a:t>HIGH IMPACT — HIGH EFFORT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36792" y="151790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Schedule these — critical but need planning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36792" y="1755648"/>
            <a:ext cx="5340096" cy="18288"/>
          </a:xfrm>
          <a:prstGeom prst="rect">
            <a:avLst/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194767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1874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Real CMS server-side auth (C-01)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6792" y="224028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2167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Rotate Supabase key (C-03)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36792" y="253288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24597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Remove Firebase SDK (H-03)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36792" y="282549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27523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Convert images to WebP (H-06)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36792" y="3118104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3044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A74"/>
                </a:solidFill>
              </a:rPr>
              <a:t>Minify JS bundle (H-07)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3410712"/>
            <a:ext cx="73152" cy="7315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3096" y="3337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047"/>
                </a:solidFill>
              </a:rPr>
              <a:t>Remove CSP unsafe-inline (M-01)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77640"/>
            <a:ext cx="5669280" cy="24688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" y="40873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B8BA8"/>
                </a:solidFill>
              </a:rPr>
              <a:t>LOWER IMPACT — LOW EFFORT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" y="43068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Fill gaps when time allows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" y="4544568"/>
            <a:ext cx="5340096" cy="18288"/>
          </a:xfrm>
          <a:prstGeom prst="rect">
            <a:avLst/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" y="47365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" y="4663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JWT expiry to 30 days (H-01)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" y="5029200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" y="4956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Rate limit AI API (M-04)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" y="532180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" y="5248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font-display:swap (L-01)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" y="561441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55412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</a:rPr>
              <a:t>Lazy load all images (L-02)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3977640"/>
            <a:ext cx="5669280" cy="246888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36792" y="40873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A5A7A"/>
                </a:solidFill>
              </a:rPr>
              <a:t>LOWER IMPACT — HIGH EFFORT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36792" y="43068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7A"/>
                </a:solidFill>
              </a:rPr>
              <a:t>Nice to have — do last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36792" y="4544568"/>
            <a:ext cx="5340096" cy="18288"/>
          </a:xfrm>
          <a:prstGeom prst="rect">
            <a:avLst/>
          </a:prstGeom>
          <a:solidFill>
            <a:srgbClr val="1E1E30"/>
          </a:solidFill>
          <a:ln w="12700">
            <a:solidFill>
              <a:srgbClr val="1E1E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36792" y="4736592"/>
            <a:ext cx="73152" cy="73152"/>
          </a:xfrm>
          <a:prstGeom prst="ellipse">
            <a:avLst/>
          </a:prstGeom>
          <a:solidFill>
            <a:srgbClr val="8B8BA8"/>
          </a:solidFill>
          <a:ln w="12700">
            <a:solidFill>
              <a:srgbClr val="8B8B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4663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A"/>
                </a:solidFill>
              </a:rPr>
              <a:t>SRI on external scripts (M-02)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36792" y="5029200"/>
            <a:ext cx="73152" cy="73152"/>
          </a:xfrm>
          <a:prstGeom prst="ellipse">
            <a:avLst/>
          </a:prstGeom>
          <a:solidFill>
            <a:srgbClr val="8B8BA8"/>
          </a:solidFill>
          <a:ln w="12700">
            <a:solidFill>
              <a:srgbClr val="8B8B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3096" y="4956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A"/>
                </a:solidFill>
              </a:rPr>
              <a:t>Service Worker / PWA (M-08)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36792" y="5321808"/>
            <a:ext cx="73152" cy="73152"/>
          </a:xfrm>
          <a:prstGeom prst="ellipse">
            <a:avLst/>
          </a:prstGeom>
          <a:solidFill>
            <a:srgbClr val="8B8BA8"/>
          </a:solidFill>
          <a:ln w="12700">
            <a:solidFill>
              <a:srgbClr val="8B8B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5248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7A"/>
                </a:solidFill>
              </a:rPr>
              <a:t>Full Schema.org markup (M-07)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30 · 60 · 90 Day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49040" cy="5394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749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8"/>
                </a:solidFill>
              </a:rPr>
              <a:t>Days 1–30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Stop the bleeding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3383280" cy="182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23160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331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Rotate Supabase anon key &amp; move to env vars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3522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437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Implement real server-side CMS auth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44728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Remove hardcoded password hash from HTML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959352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8679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Fix 97 sitemap slugs &amp; resubmit to GSC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471416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379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Add DMARC record + harden SPF to -all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983480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Fix CORS wildcard for admin paths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549554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404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Remove Firebase SDK / add defer to scripts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600760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5916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Configure JWT expiry to 30 days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1188720"/>
            <a:ext cx="3749040" cy="5394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1188720"/>
            <a:ext cx="3749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1325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</a:rPr>
              <a:t>PHASE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8056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8"/>
                </a:solidFill>
              </a:rPr>
              <a:t>Days 31–60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48056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Optimise &amp; harden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2194560"/>
            <a:ext cx="3383280" cy="182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242316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331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Convert 16 PNG images to WebP format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2935224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28437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Minify JS bundle with Terser (save ~30KB)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0560" y="344728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Tighten CSP — remove unsafe-inline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80560" y="395935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8679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Add SRI to all external scripts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0560" y="4471416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379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Rate-limit AI search endpoint (Cloudflare)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80560" y="498348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Add Quotation &amp; BreadcrumbList schema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80560" y="5495544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5404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Fix meta description lengths (all pages)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80560" y="600760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5916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Set JS/CSS cache TTL to 1 year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75320" y="1188720"/>
            <a:ext cx="3749040" cy="5394960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75320" y="1188720"/>
            <a:ext cx="3749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1325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2C55E"/>
                </a:solidFill>
              </a:rPr>
              <a:t>PHASE 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5820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0F8"/>
                </a:solidFill>
              </a:rPr>
              <a:t>Days 61–90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458200" y="1920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Level up &amp; grow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58200" y="2194560"/>
            <a:ext cx="3383280" cy="182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58200" y="242316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22792" y="2331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Implement Service Worker for offline PWA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58200" y="293522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22792" y="28437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Self-host Inter font + font-display:swap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458200" y="344728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22792" y="33558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Lazy load all below-fold images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58200" y="395935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22792" y="38679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Enable Cloudflare Polish (auto WebP/AVIF)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458200" y="447141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22792" y="4379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Run Rich Results Test &amp; fix schema gaps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458200" y="498348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22792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Connect Supabase to live frontend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549554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22792" y="5404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Choose social automation tool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58200" y="60076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22792" y="59161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Target Lighthouse 90+ across all pages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AB308"/>
                </a:solidFill>
              </a:rPr>
              <a:t>EFFORT REFERENCE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</a:rPr>
              <a:t>Complete Effort &amp; Timeline Table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1475720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527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ID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FINDING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1252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CATEGORY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49440" y="1252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SEV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12527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875520" y="1252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A5A7A"/>
                </a:solidFill>
              </a:rPr>
              <a:t>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517904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544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C-01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5544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CMS admin auth bypass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554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49440" y="1554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15544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2–3 hrs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875520" y="1554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24 hrs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741932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7785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C-02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17785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Password hash in public 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0" y="17785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17785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17785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 hr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875520" y="17785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24 hrs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1965960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0025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C-03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20025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Supabase key in 4 files + GitHub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0" y="20025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20025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2002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3–4 hrs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75520" y="20025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24 hrs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189988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2265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C-04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22265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Sitemap slug mismatch (97 URLs)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22265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22265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Critical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22265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 hrs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875520" y="22265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48 hrs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" y="2414016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4505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2450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10-year JWT validity window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0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49440" y="24505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03920" y="2450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 hr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875520" y="2450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2638044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6746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" y="26746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CORS wildcard on all routes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029200" y="26746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9440" y="26746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03920" y="26746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30 min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875520" y="26746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2862072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898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" y="28986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Legacy Firebase still loading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029200" y="28986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 / Perf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949440" y="28986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503920" y="2898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 hrs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875520" y="28986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" y="3086100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1226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2960" y="31226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Missing DMARC / SPF softfail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029200" y="31226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49440" y="31226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03920" y="31226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30 min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875520" y="31226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3310128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3467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22960" y="33467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4 render-blocking JS files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029200" y="33467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49440" y="3346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503920" y="33467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30 min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875520" y="33467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0040" y="3534156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5707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22960" y="35707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No WebP images (all PNG)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029200" y="35707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949440" y="35707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503920" y="35707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2–4 hrs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875520" y="35707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2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0040" y="3758184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37947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H-07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22960" y="37947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JS not minified (79.5KB)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29200" y="3794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949440" y="37947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High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50392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 hrs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875520" y="3794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Week 2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20040" y="3982212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40187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22960" y="40187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CSP unsafe-inline in headers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029200" y="40187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949440" y="40187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503920" y="40187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4–6 hrs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875520" y="40187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20040" y="4206240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0040" y="424281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M-02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22960" y="4242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No SRI on external scripts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029200" y="4242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949440" y="42428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503920" y="42428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2 hrs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9875520" y="4242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4430268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0040" y="44668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22960" y="44668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robots.txt exposes admin paths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029200" y="44668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949440" y="44668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503920" y="44668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15 min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875520" y="44668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20040" y="4654296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0040" y="46908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M-04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822960" y="46908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No rate limiting on AI API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029200" y="4690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Security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949440" y="4690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503920" y="4690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 hr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9875520" y="4690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320040" y="4878324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20040" y="49149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M-05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22960" y="49149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Meta descriptions too long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5029200" y="49149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SEO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6949440" y="49149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8503920" y="49149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30 min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9875520" y="49149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20040" y="5102352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20040" y="5138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M-06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822960" y="51389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JS/CSS cache TTL 4 hours only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029200" y="5138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6949440" y="5138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503920" y="51389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 hr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9875520" y="5138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20040" y="5326380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0040" y="53629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M-07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822960" y="53629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Schema.org missing on key pages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5029200" y="53629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SEO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6949440" y="53629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8503920" y="53629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4 hrs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9875520" y="53629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320040" y="5550408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0040" y="5586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M-08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822960" y="558698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No Service Worker (PWA)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5029200" y="5586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Best Practices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6949440" y="5586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B308"/>
                </a:solidFill>
              </a:rPr>
              <a:t>Medium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8503920" y="55869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3–5 hrs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875520" y="55869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2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320040" y="5774436"/>
            <a:ext cx="11475720" cy="224028"/>
          </a:xfrm>
          <a:prstGeom prst="rect">
            <a:avLst/>
          </a:prstGeom>
          <a:solidFill>
            <a:srgbClr val="080810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20040" y="58110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L-01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822960" y="58110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font-display:swap missing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5029200" y="58110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 / SEO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6949440" y="58110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Low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8503920" y="58110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5 min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9875520" y="58110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3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320040" y="5998464"/>
            <a:ext cx="11475720" cy="224028"/>
          </a:xfrm>
          <a:prstGeom prst="rect">
            <a:avLst/>
          </a:prstGeom>
          <a:solidFill>
            <a:srgbClr val="0F0F1A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20040" y="6035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L-02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822960" y="60350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A8"/>
                </a:solidFill>
              </a:rPr>
              <a:t>Only 1 image lazy-loaded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5029200" y="6035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6949440" y="6035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Low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8503920" y="60350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8"/>
                </a:solidFill>
              </a:rPr>
              <a:t>15 min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9875520" y="6035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0F8"/>
                </a:solidFill>
              </a:rPr>
              <a:t>Month 3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7315200" cy="7315200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0F8"/>
                </a:solidFill>
              </a:rPr>
              <a:t>Ready to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0F0F8"/>
                </a:solidFill>
              </a:rPr>
              <a:t>Implement?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7772400" cy="841248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761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Approve this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0723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Confirm scope, priority order, and any adjustments before implementation begins.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7772400" cy="841248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34440" y="3730752"/>
            <a:ext cx="36576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749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Start with Critical fixes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0599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The 4 critical items take ~8 hours combined. Rotate the Supabase key today — no waiting.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26864"/>
            <a:ext cx="7772400" cy="841248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234440" y="4718304"/>
            <a:ext cx="36576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7365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Deploy High priority in Week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047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defer scripts, remove Firebase, fix CORS and DMARC — all under 30 minutes each.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614416"/>
            <a:ext cx="7772400" cy="841248"/>
          </a:xfrm>
          <a:prstGeom prst="rect">
            <a:avLst/>
          </a:prstGeom>
          <a:solidFill>
            <a:srgbClr val="0F0F1A"/>
          </a:solidFill>
          <a:ln w="12700">
            <a:solidFill>
              <a:srgbClr val="1E1E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5779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234440" y="5705856"/>
            <a:ext cx="36576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57241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</a:rPr>
              <a:t>Schedule Month 2 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60350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8"/>
                </a:solidFill>
              </a:rPr>
              <a:t>WebP conversion, JS minification, CSP hardening — plan as a focused sprint.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2286000"/>
            <a:ext cx="3383280" cy="3931920"/>
          </a:xfrm>
          <a:prstGeom prst="rect">
            <a:avLst/>
          </a:prstGeom>
          <a:solidFill>
            <a:srgbClr val="1A0D3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Remember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2788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No code has been touched yet.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3127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All findings are documented.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0" y="3465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8"/>
                </a:solidFill>
              </a:rPr>
              <a:t>Implement only when you say go.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0" y="3803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0" y="4142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8"/>
                </a:solidFill>
              </a:rPr>
              <a:t>Social Media Tool Choice: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0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Buffer ($6/mo) — simplest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0" y="4818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Make.com ($9/mo) — most flexible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86800" y="5157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686800" y="5495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0F8"/>
                </a:solidFill>
              </a:rPr>
              <a:t>Target: Lighthouse 90+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F0F8"/>
                </a:solidFill>
              </a:rPr>
              <a:t>across all pages by Day 90.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649224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A7A"/>
                </a:solidFill>
              </a:rPr>
              <a:t>timelesshadith.com  ·  Remediation Plan  ·  April 2026  ·  Plan only — no changes implemented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Timeless Hadith Remediation Roadmap 2026</dc:title>
  <dc:subject>PptxGenJS Presentation</dc:subject>
  <dc:creator>Timeless Hadith</dc:creator>
  <cp:lastModifiedBy>Timeless Hadith</cp:lastModifiedBy>
  <cp:revision>1</cp:revision>
  <dcterms:created xsi:type="dcterms:W3CDTF">2026-04-09T22:39:26Z</dcterms:created>
  <dcterms:modified xsi:type="dcterms:W3CDTF">2026-04-09T22:39:26Z</dcterms:modified>
</cp:coreProperties>
</file>