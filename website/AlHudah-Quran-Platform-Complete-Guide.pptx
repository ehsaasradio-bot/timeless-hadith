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AlHudah Quran Platform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Project Overview (Slides 3-5)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Infrastructure Setup (Slides 6-9)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Database Design (Slides 10-15)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Data Population (Slides 16-19)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Frontend Development (Slides 20-26)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 Quran Reader Features (Slides 27-31)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VII. Tafsir System (Slides 32-34)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VIII. AI-Powered Search (Slides 35-39)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IX. SEO &amp; Performance (Slides 40-42)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 Deployment (Slides 43-45)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XI. Maintenance &amp; Timeline (Slides 46-50)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AlHudah?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instant access to the complete Quran with translations, tafsir, and AI-powered semantic search for authentic Islamic learning.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most trusted, fast, and accessible Quran platform for Muslims worldwide — grounded in scholarship, powered by AI.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6,236 verses (114 surahs)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translations (Arabic, English, Urdu, etc.)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Multi-scholar tafsir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Juz-based navigation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Bookmarking &amp; sharing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theme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search (Web Speech API)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mobile + web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(Timeless Hadith Proven)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HTML + CSS + JS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Zero build, fast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Supabase PostgreSQL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tier, REST 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Quran Data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quran.com API v4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50+ translations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OpenAI GPT-4o-mini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Embeddings + Chat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Hosting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Cloudflare Pages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Free, global CDN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Supabase Auth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 + OAuth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Setup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&amp; DNS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Domain Registration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alhudah.com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Registrar: Namecheap or GoDaddy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cost: ~$10-15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auto-renew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Cloudflare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domain to Cloudflare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NS records at registrar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nameservers to Cloudflare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HTTPS + SSL/TLS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Page Rules for caching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Pages Configuration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Connect GitHub repository to Cloudflare Pages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 main branch for auto-deploy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 build command: npm run build (or none for static)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Output directory: root or public/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Configure environment variables (OPENAI_API_KEY, etc.)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Enable preview deployments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Set custom domain: alhudah.com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Test deployment with git push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alhudah/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(home, featured verses)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surah.html (verse reader + translations)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search.html (AI-powered search)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about.html (mission &amp; team)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bookmarks.html (user bookmarks)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css/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main.css (base styles)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theme.css (light/dark toggle)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app.js (main app logic)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quran-data.js (fetch from Supabase)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tafsir.js (commentary system)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search.js (AI search with hybrid)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theme.js (light/dark persistence)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service-worker.js (PWA cache)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logo.svg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icons/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images/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search-proxy.js (Cloudflare Worker)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_headers (CSP + caching rules)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.github/workflows/ci.yml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Project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Supabase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alhudah-production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 eu-west-1 (Europe)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14+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extension (for embeddings)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Row Level Security (RLS)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anon API key (read-only)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service role key (admin)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JWT expiry: 1 hour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645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HTTPS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IP access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schedule: daily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usage quotas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pg_trgm (text search)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(AI embeddings)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pgsodium (encryption)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(API calls)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Core Tables + 3 Indexes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surahs (114 rows) — name, name_arabic, revelation_order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ayahs (6,236 rows) — surah_id, verse_num, text_arabic, translations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translations (30+ languages) — ayah_id, translation_name,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tafsir (6,236 entries) — ayah_id, scholar, commentary_text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embeddings (6,236 vectors) — ayah_id, embedding (1536 dims)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bookmarks (user) — user_id, ayah_id, created_at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sessions (search history) — user_id, query, results, timestamp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tsvector on ayahs.text_arabic (full-text search)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HNSW on embeddings.embedding (vector similarity, pgvector)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Index on bookmarks(user_id, created_at)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Tables: Surahs &amp; Ayahs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Surahs (114 chapters)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1148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8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 PK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name_arabic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revelation_order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verse_count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Ayahs (6,236 verses)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201168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8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 PK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surah_id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 FK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verse_num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text_arabic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juz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Volume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114800"/>
            <a:ext cx="1920240" cy="73152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251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457200" y="4800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60320" y="4114800"/>
            <a:ext cx="1920240" cy="731520"/>
          </a:xfrm>
          <a:prstGeom prst="rect">
            <a:avLst/>
          </a:prstGeom>
          <a:solidFill>
            <a:srgbClr val="1D9E8F"/>
          </a:solidFill>
          <a:ln w="12700">
            <a:solidFill>
              <a:srgbClr val="1D9E8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0" y="4251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6,236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2560320" y="4800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4114800"/>
            <a:ext cx="1920240" cy="73152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63440" y="4251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663440" y="4800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766560" y="4114800"/>
            <a:ext cx="1920240" cy="731520"/>
          </a:xfrm>
          <a:prstGeom prst="rect">
            <a:avLst/>
          </a:prstGeom>
          <a:solidFill>
            <a:srgbClr val="1D9E8F"/>
          </a:solidFill>
          <a:ln w="12700">
            <a:solidFill>
              <a:srgbClr val="1D9E8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66560" y="4251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6766560" y="4800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(RLS)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Read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Surahs table: SELECT (public)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Ayahs table: SELECT (public)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Translations: SELECT (public)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Tafsir: SELECT (public)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 NOT exposed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Bookmarks: user_id = auth.uid()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Sessions: user_id = auth.uid()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Preferences: user_id = auth.uid()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own records visible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RLS Policy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Allow public read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"Public can read"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ayahs FOR 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(true);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Bookmarks only for owner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"Owner only"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bookmarks FOR 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(user_id = auth.uid());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"Owner insert"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bookmarks FOR INSERT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CHECK (user_id = auth.uid());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&amp; Vector Search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(FTS)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tsvector on ayahs.text_arabic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tsquery for search parsing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by relevance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substring matching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7373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(pgvector)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table (HNSW index)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1536-dim OpenAI vectors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 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distance metric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INDEX idx_text_tsvector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INDEX idx_embed_hnsw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search: ~0.2s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results in Redis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61188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ayahs WHERE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text_arabic @@ query;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ts_rank(...) DESC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10;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Population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 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quran.com API v4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translations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by Ibn Kathir + others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Word-by-word 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limit: 1000 req/day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tanzil.net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XML format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surahs, 6,236 verses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only, highly reliable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Offline-friendly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Sources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Ibn Kathir (Al-Bidayah)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Jalalayn (summary)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Maududi (context)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translations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Format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 with diacritics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for 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at CDN level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Extract from quran.com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Fetch all surahs, ayahs, translations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Store raw JSON locally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Transform &amp; Normalize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Map translation IDs to language codes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Remove duplicates, fix encoding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Validate verse numbers (1-6236)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Embed with OpenAI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Use gpt-3.5-turbo for embeddings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Store 1536-dim vectors in pgvector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Batch: ~2000 verses per API call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Insert into Supabase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Bulk insert with COPY 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Verify data integrity (COUNT = 6236)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Create indexes (tsvector, HNSW)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Verify &amp; Cache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Test search queries on live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Warm Cloudflare cache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Monitor query 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Verification Checklist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surahs; -- Should be 114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ayahs; -- Should be 6,236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COUNT(DISTINCT translation_id) FROM translations; -- 30+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embeddings; -- Should be 6,236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language FROM translations GROUP BY language; -- Verify all langs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ayahs WHERE text_arabic ILIKE '%'; -- No NULLs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tafsir LIMIT 1; -- Check schema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embeddings LIMIT 1; -- Vector format OK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ANALYZE; -- Update statistics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ANALYZE SELECT * FROM ayahs WHERE text_arabic @@ to_tsquery('arabic:*');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Development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System: Colors &amp; Typography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Teal — #0a6e5c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solidFill>
            <a:srgbClr val="1D9E8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221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Teal — #1d9e8f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Accent — #c8a84e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solidFill>
            <a:srgbClr val="060C1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410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BG — #060c1a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Gray — #f5f5f7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29260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7160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Page Title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Cairo Play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44pt bold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Section Header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Cairo Play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28pt bold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Body Text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Droid Sans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Verse Text (AR)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Amiri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Translation (EN)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Droid Sans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Droid Sans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12pt muted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Page Layouts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Hero: featured verse + CTA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surahs grid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bar (prominent)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 default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 Reader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Sidebar: surah list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Main: verses + translations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panel (toggle)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 button each verse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bar (full width)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list (cards)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language, surah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mode toggle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or list 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Sort: date, surah, rating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PDF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collection link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Header: Logo + Nav + Theme Toggle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Hero Section: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"Explore the Quran"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Featured Verse + Translation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Search Bar (prominent)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Recent Surahs Grid (6 items)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Al-Fatihah, Al-Baqarah, etc.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Stats: 114 Surahs, 6,236 Verses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30+ Translations, 5 Tafsir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CTA: "Start Reading Now"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Footer: Links, Social, Contact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 Reader Page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Header: Surah Name + Juz Nav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├──────────┬──────────────────────────┤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│  Verse 1:1 (Arabic)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Sidebar: │  [Translation English]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Surah    │  Tafsir (toggle)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List     │  [Bookmark] [Share]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│   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│  Verse 1:2 (Arabic)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- Al-    │  [Translation English]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Fatih  │  ...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- Al-    │   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Baqar  │  Verse 1:286 (last)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- ...    │  [Bookmark] [Share]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│   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[Search] │  ← pagination/scroll →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└──────────┴──────────────────────────┘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/ Dark Theme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custom properties (vars)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data-theme attribute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persistence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theme flicker on load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--color-bg-primary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--color-text-primary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--color-accent-teal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--color-border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#ffffff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 #1a1a1a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Accent: #0a6e5c (teal)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Borders: #e0e0e0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#0f0f0f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 #f5f5f7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Accent: #1d9e8f (light teal)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Borders: #333333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&amp; Service Worker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static assets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fallback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sync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AlHudah Quran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Icon: 192x192, 512x512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color: #0a6e5c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Display: standalone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Verses: Cache-first (1 week)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Translations: Stale-while-revalidate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data: Network-first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responses: 5-minute cache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Prompt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after 2nd visit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banner (subtle)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'Install to Home Screen'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Dismissible, no forced 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 Reader Features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 List Display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Layout (2-3 columns on mobile, 3-4 on desktop)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┌────────────────┐  ┌────────────────┐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1. Al-Fatihah │  │  2. Al-Baqarah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The Opening   │  │  The Heifer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7 verses      │  │  286 verses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Meccan        │  │  Madinan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🔖 Bookmark   │  │  🔖 Bookmark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└────────────────┘  └────────────────┘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┌────────────────┐  ┌────────────────┐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3. Al-'Imran  │  │  4. An-Nisa'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The Family... │  │  The Women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200 verses    │  │  176 verses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Madinan       │  │  Madinan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🔖 Bookmark   │  │  🔖 Bookmark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└────────────────┘  └────────────────┘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Search / filter by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Sort: revelation order, alphabetical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Bookmark count badge per surah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Arabic names + English translations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Responsive grid (1 col mobile)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Display Card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Surah 1, Verse 1 (Juz 1, Page 1) │ ← Metadata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الحمد لله رب العالمين              │ ← Arabic (Amiri, 20pt)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All praise is due to Allah, the   │ ← Translation (Droid, 14pt)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Lord of all the worlds.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— Sahih International              │ ← Source attribution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اَلْحَمْدُ لِلَّهِ رَبِّ الْعَالَمِينَ  │ ← Word-by-word (12pt)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All-praise (be) to Allah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Lord of the worlds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[📖 Tafsir] [🔖 Bookmark] [Share] │ ← 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Click verse → expand tafsir 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Click bookmark icon → toggle bookmarked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Click share → copy link or social share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Swipe (mobile) → next verse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Long press → select text for copy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Toggles &amp; Juz Navigation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Switching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Dropdown: 30+ languages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Sahih International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Urdu, Arabic, French, etc.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load from Supabase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Support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(3 major translations)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Urdu, Bengali, Tajik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Spanish, French, German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Bosnian, Albanian, Turkish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 Navigation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 selector (30 options)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jump to Juz 1-30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verse range per Juz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shortcut: J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 count badge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 Supabase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collections (optional)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bookmarks as 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Interactions &amp; Responsive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Gestures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left → next verse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right → previous verse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 → zoom verse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press → copy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Layout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column (verses full-width)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Stacked: Arabic, Translation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below verse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 menu for nav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 verses on scroll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 (for large lists)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60fps animations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font loading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targets ≥48px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 text (WCAG AA)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navigation (Tab/Arrows)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System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Tafsir Scholars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10896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Scholar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Ibn Kathir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Al-Bidayah wa'n-Nihayah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(6,236 verses)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Jalalayn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Al-Jalalayn (Brief)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surahs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Maududi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Tafhim ul-Quran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Thematic interpretation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At-Tabari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Tafsir At-Tabari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Classical (partial)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An-Nawawi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Al-Manzil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Jurisprudence-focused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API Integration &amp; Caching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Three-Level Caching Strategy: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1: Browser Cache (localStorage)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Store last 50 tafsir loads (5 MB)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Expires after 7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Instant access (0ms)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2: Supabase Cache (DB)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All 6,236 tafsir entries stored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Indexed by ayah_id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~200ms query time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3: quran.com API (on-demand)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Fallback for missing tafsir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Rate-limited: 1000 req/day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Cache result in Supabase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User clicks "Tafsir" on verse 2:255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Check localStorage for tafsir:255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If miss → Query Supabase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If miss → Call quran.com API + save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Display with scholar attribution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Cache in browser for offline access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Search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Semantic + Full-Text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Query: "What does the Quran say about kindness to parents?"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Path 1: Full-Text Search (Supabase tsvector)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SELECT ayahs WHERE text_arabic @@ to_tsquery('parents|kindness')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Fast, keyword-based, high recall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Returns: Ayah 17:23 (Surah Al-Isra)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Path 2: Vector Search (OpenAI Embeddings)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Embed query with OpenAI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Query pgvector for similar verses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Cosine similarity threshold: 0.75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Returns: Ayah 46:15 (Surah Al-Ahqaf)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Merge Results (Hybrid Ranking)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Full-text score: 0.92 (keyword match)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Vector score: 0.88 (semantic match)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Combined: 0.90 (ranked #1)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Return top 10 merged results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Display with highlighting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Show context + translation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 API Proxy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OpenAI API key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requests (10/min/user)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embedding responses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queries for analytics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at edge (Cloudflare CDN)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cold start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scaling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tier: 100,000 req/month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→ POST /api/search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checks API key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calls OpenAI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queries Supabase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merged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never exposed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headers 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protection enabled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gpt-3.5-turbo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Embeddings: text-embedding-3-small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 Dimensions: 1536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 Cost: $0.02 per 1M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Speed: ~50ms per request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Completions: gpt-4o-mini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For natural language Q&amp;A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System prompt: Islamic scholar tone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Temperature: 0.7 (balanced creativity)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Max tokens: 500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Limits: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Embeddings: 6,236 vectors (one-time cost)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Searches: ~$0.01 per search (average)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Monthly budget: $10-50 (estimated)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Monitoring: Track usage via OpenAI dashboard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 Code: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fetch('/api/search',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'POST',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 query: userQuery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results = await response.json();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Search with Web Speech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Browser-native (no API key)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100+ languages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capable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 mic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prompts permission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30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 to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SpeechRecognition = ...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recognition.start()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recognition.onresult = ...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result to search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waveform feedback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transcript as typing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button (always visible)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selector (Arabic/English)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Performance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Tags &amp; Structured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Meta Tags (Head):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&lt;title&gt;Al-Fatihah - Surah 1 | AlHudah Quran&lt;/title&gt;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 content="Read Surah Al-Fatihah (Chapter 1) of the Quran with..."&gt;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name="keywords" content="quran, surah, al-fatihah, tafsir, translation"&gt;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property="og:title" content="Al-Fatihah | AlHudah"&gt;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property="og:image" content="/og-image-1.jpg"&gt;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name="twitter:card" content="summary_large_image"&gt;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JSON-LD Schema (Structured Data):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"@context": "https://schema.org",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"@type": "Book",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"The Quran",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"isbn": "978-0-00000-000-0",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"author": { "@type": "Person", "name": "Allah"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"hasPart": [ { "name": "Al-Fatihah", "text": "..." }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Sitemap.xml: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&lt;url&gt;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&lt;loc&gt;https://alhudah.com/surah/1&lt;/loc&gt;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&lt;lastmod&gt;2026-04-13&lt;/lastmod&gt;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&lt;changefreq&gt;monthly&lt;/changefreq&gt;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&lt;priority&gt;0.8&lt;/priority&gt;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&lt;/url&gt;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 &amp; Lighthouse 90+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36576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LCP (Largest Contentful Paint)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2.5s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Lazy load images, minimize JS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FID (First Input Delay)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100ms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Defer non-critical scripts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CLS (Cumulative Layout Shift)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0.1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Preload fonts, set image sizes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TTFB (Time to First Byte)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600ms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CDN caching, optimized DB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Overall Lighthouse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&gt; 90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Remove render-blocking resources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CI/CD</a:t>
            </a:r>
            <a:endParaRPr lang="en-US" sz="4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Pages Auto-Deploy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Push (main branch)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Webhook trigger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Cloudflare Pages receives 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Run build command (if configured)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└─ npm run build or npm run minify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Upload artifacts to Cloudflare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└─ Global CDN distribution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Create preview deployment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└─ https://[branch].[project].pages.dev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Activate as 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└─ Available at alhudah.com (via CNAME)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Cache invalidation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 Instant purge of old assets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Timeframe: 30-60 seconds (end-to-end)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Rollback: Simple git revert + push (instant)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Monitoring: Real-time logs in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Validation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Workflow: .github/workflows/ci.yml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Trigger: On every push and PR to main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Lint &amp; Format Check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eslint on js/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stylelint on css/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htmlvalidator on html/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Security Scan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npm audit (dependencies)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Check for exposed secrets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CSP header validation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Lighthouse Audit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Run on https://alhudah.pages.dev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Verify Lighthouse &gt; 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Report Core Web Vitals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Accessibility Check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axe accessibility scan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WCAG 2.1 AA validation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Link Checker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Verify no broken links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Check internal anchors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→ Blocks merge to main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→ Auto-deploy to Cloudflare Pages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Costs</a:t>
            </a:r>
            <a:endParaRPr lang="en-US" sz="4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 Breakdown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2062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Cost/Month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Domain (alhudah.com)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Annual: ~$12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Cloudflare Pages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(100k req/mo)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Supabase (PostgreSQL)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$0-25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tier: 500 MB storage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OpenAI Embeddings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$1-5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6,236 vectors (one-time) + searches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Supabase Storage (backups)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$0-5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Automatic daily backups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Monitoring &amp; Analytics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Free: Vercel, Sentry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$2-35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Scalable as traffic grows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 (Phases 0-10)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237744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Duration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Repository analysis &amp; planning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day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Infrastructure setup (GitHub, Cloudflare, Supabase)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 schema &amp; data population (6,236 verses)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 foundation (HTML, CSS, JS)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Quran reader (surahs, verses, translations)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Tafsir system (multi-scholar, caching)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search (embeddings, hybrid search, chat)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SEO &amp; performance optimization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Deployment &amp; CI/CD pipeline setup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 QA &amp; polish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 report &amp; documentation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day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~25 days (assuming 8-hour days)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 from Timeless Hadith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Wins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REST API is rock-solid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Pages auto-deploy works great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with tsvector is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(no framework) is plenty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from reliable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 or hallucinate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aggressively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sources always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Learnings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 default popular with users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persistence critical (localStorage)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emojis for premium feel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mobile-first design essential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 to Avoid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headers can block fonts (fix early)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preload critical resources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theme on slow networks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API rate limits closely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3436"/>
                </a:solidFill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Launch AlHudah?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https://alhudah.com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ehsaasradio-bot/alhudah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ehsaasradio@gmail.com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AlHudah Quran Platform — Complete Implementation Guide</dc:title>
  <dc:subject>PptxGenJS Presentation</dc:subject>
  <dc:creator>AlHudah Team</dc:creator>
  <cp:lastModifiedBy>AlHudah Team</cp:lastModifiedBy>
  <cp:revision>1</cp:revision>
  <dcterms:created xsi:type="dcterms:W3CDTF">2026-04-13T15:12:44Z</dcterms:created>
  <dcterms:modified xsi:type="dcterms:W3CDTF">2026-04-13T15:12:44Z</dcterms:modified>
</cp:coreProperties>
</file>