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560320"/>
            <a:ext cx="3200400" cy="3200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377440" cy="292608"/>
          </a:xfrm>
          <a:prstGeom prst="rect">
            <a:avLst>
              <a:gd name="adj" fmla="val 18750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E6C97A"/>
                </a:solidFill>
              </a:rPr>
              <a:t>PROJECT BLUEPRINT —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Alhuda </a:t>
            </a:r>
            <a:pPr indent="0" marL="0">
              <a:buNone/>
            </a:pPr>
            <a:r>
              <a:rPr lang="en-US" sz="72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5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Launch — Full Execution Plan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1920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85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7ABFA0"/>
                </a:solidFill>
              </a:rPr>
              <a:t>PHASES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514600" y="3657600"/>
            <a:ext cx="1920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685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7,277+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7ABFA0"/>
                </a:solidFill>
              </a:rPr>
              <a:t>HADITHS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1920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685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7ABFA0"/>
                </a:solidFill>
              </a:rPr>
              <a:t>INFRA COST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812280" y="3657600"/>
            <a:ext cx="19202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6850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4087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7ABFA0"/>
                </a:solidFill>
              </a:rPr>
              <a:t>DAYS TO LAUNCH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C97A"/>
                </a:solidFill>
              </a:rPr>
              <a:t>WHAT WE ARE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Codebase Clone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Fork timeless-hadith GitHub repo into a new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Alhuda 2.0 repository — zero rebuild required.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New Supabase DB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653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Fresh PostgreSQL project. Same schema.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You provide credentials before Phase 1 begins.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Cloudflare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86537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Separate CF Pages project auto-deploys 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every push to main. Free global CDN.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Full Rebrand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New name, logo, color palette, favicon, and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all copy updated throughout the codebase.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8036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AI Hadith Search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64845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GPT-4o-mini hybrid search: full-text +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semantic. Fast, grounded, hallucination-free.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80360"/>
            <a:ext cx="27432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Custom Domain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64845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New domain with Cloudflare SSL and CDN.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Configured and live on launch day.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3828"/>
          </a:solidFill>
          <a:ln w="12700">
            <a:solidFill>
              <a:srgbClr val="16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B788"/>
                </a:solidFill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Edge hosting, auto-deploy,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free SSL + global CDN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05840"/>
            <a:ext cx="64008" cy="1600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New project, same schema.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RLS, REST, Auth.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64008" cy="1600200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642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AI search &amp; content.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User provides API key.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88920"/>
            <a:ext cx="64008" cy="1600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Email/password, JWT sessions.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Replaces Firebase Auth.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78892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788920"/>
            <a:ext cx="64008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Browser-native voice reading.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Free, no API cost.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78892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788920"/>
            <a:ext cx="64008" cy="1600200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4472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CI validation before every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8D8D0"/>
                </a:solidFill>
              </a:rPr>
              <a:t>Cloudflare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Setup &amp; Codebase Clone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1  ·  Fork Timeless Hadith — create the Alhuda 2.0 GitHub repo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Create new GitHub repository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Create `alhuda-2-0` under the ehsaasradio-bot account. Initialize with README.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8424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Clone Timeless Hadith codebase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219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Clone timeless-hadith locally, strip git history, push as clean initial commit to new repo.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7063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5292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Set branch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09067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Create main (production) and develop (staging). Protect main with PR-only merges.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2160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Copy &amp; adapt CLAUDE.md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95935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New CLAUDE.md for Alhuda 2.0 with updated project name, domain, Supabase URL (TBD).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chore(init): initial alhuda-2-0 repo from timeless-hadith base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Project Creation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1–2  ·  New database — user provides credentials before work begins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Create new Supabase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Go to supabase.com → New Project → Name it 'alhuda-2'. Save the project URL and anon key.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7190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01368"/>
            <a:ext cx="347472" cy="3474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7647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Share credentials with Claude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0391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Required: Supabase URL, Anon Key, Service Role Key. Stored only in Cloudflare env vars — never in code.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048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347472" cy="3474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450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Run schema migration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27249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Export SQL from Timeless Hadith Supabase and import into new project. Tables: hadiths, blog_posts, bookmarks, categories.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0906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172968"/>
            <a:ext cx="347472" cy="3474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Configure RLS + Enable 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107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Row Level Security: public read on hadiths. Auth-required write for bookmarks. Enable email/password auth, disable Firebase.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67912"/>
            <a:ext cx="4023360" cy="960120"/>
          </a:xfrm>
          <a:prstGeom prst="rect">
            <a:avLst/>
          </a:prstGeom>
          <a:solidFill>
            <a:srgbClr val="2D6A4F">
              <a:alpha val="1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922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6A4F"/>
                </a:solidFill>
              </a:rPr>
              <a:t>REQUIRED FROM YOU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4142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Supabase Project URL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Supabase Anon (public) Key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4897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Supabase Service Role Key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Migrate data from TH? Yes / No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62272" y="3867912"/>
            <a:ext cx="4407408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867912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feat(db): supabase schema, rls, and auth configured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&amp; Identity Overhaul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2–3  ·  Rename, re-logo, recolor — every trace of Timeless Hadith updated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Global find &amp; replace: site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Replace all instances of 'Timeless Hadith' with 'Alhuda' across HTML, JS, CSS, meta tags, OG tags, footer.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7190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01368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7647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Replace logo assets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0391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User provides new Alhuda 2.0 logo. Replace navbar, mobile header, footer, PWA manifest. Update favicon.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048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450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color palette (optional)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27249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If Alhuda needs a different identity, update CSS variables for light and dark mode. Suggested: forest green + gold.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0906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172968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manifest and PWA metadata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107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Update manifest.json: new name, short_name, theme_color, and icon paths. Correct PWA install screen on mobile.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67912"/>
            <a:ext cx="4023360" cy="960120"/>
          </a:xfrm>
          <a:prstGeom prst="rect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922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8860B"/>
                </a:solidFill>
              </a:rPr>
              <a:t>ASSETS REQUIRED FROM YOU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4142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Alhuda 2.0 logo (SVG/PNG, 512px+)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Favicon (ICO/PNG, 32×32 + 192×192)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4897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Color scheme preference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Site tagline for meta description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62272" y="3867912"/>
            <a:ext cx="4407408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867912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feat(brand): rebrand all assets and copy to alhuda-2-0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4C"/>
          </a:solidFill>
          <a:ln w="12700">
            <a:solidFill>
              <a:srgbClr val="1B5E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Variables &amp; Configuration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3  ·  Wire new Supabase credentials into the codebase safely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1B5E4C"/>
          </a:solidFill>
          <a:ln w="12700">
            <a:solidFill>
              <a:srgbClr val="1B5E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Supabase config in 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Replace Timeless Hadith Supabase URL and anon key with Alhuda 2.0 credentials in the frontend config file.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1915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273808"/>
            <a:ext cx="347472" cy="347472"/>
          </a:xfrm>
          <a:prstGeom prst="ellipse">
            <a:avLst/>
          </a:prstGeom>
          <a:solidFill>
            <a:srgbClr val="1B5E4C"/>
          </a:solidFill>
          <a:ln w="12700">
            <a:solidFill>
              <a:srgbClr val="1B5E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3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2237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Verify no secrets in codebase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511552"/>
            <a:ext cx="81381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Run grep scan for API keys and tokens. Only the anon (public-safe) key in JS. Service role key to Cloudflare env vars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3497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432048"/>
            <a:ext cx="347472" cy="347472"/>
          </a:xfrm>
          <a:prstGeom prst="ellipse">
            <a:avLst/>
          </a:prstGeom>
          <a:solidFill>
            <a:srgbClr val="1B5E4C"/>
          </a:solidFill>
          <a:ln w="12700">
            <a:solidFill>
              <a:srgbClr val="1B5E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32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3395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GitHub Actions 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669792"/>
            <a:ext cx="81381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Add Alhuda 2.0 secrets to GitHub Actions. Update workflow files with new repo name references.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chore(config): update supabase config and remove legacy credentials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Pages Deployment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3–4  ·  New Cloudflare project — auto-deploy from Alhuda 2.0 repo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Create new Cloudflare Pages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CF Dashboard → Pages → Create → Connect GitHub → Select alhuda-2-0 → Branch: main. Build command: none (static site).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7190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01368"/>
            <a:ext cx="347472" cy="347472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7647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Add environment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0391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In CF Pages settings add: SUPABASE_URL, SUPABASE_ANON_KEY, OPENAI_API_KEY, SUPABASE_SERVICE_ROLE_KEY.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048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347472" cy="347472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450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Test initial 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27249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Verify alhuda-2-0.pages.dev loads correctly. Check console for errors. Confirm Supabase connection works.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0906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172968"/>
            <a:ext cx="347472" cy="347472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Configure custom domain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107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CF Pages → Custom Domains → add your Alhuda domain. Update DNS A/CNAME. SSL auto-provisions within minutes.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67912"/>
            <a:ext cx="4023360" cy="960120"/>
          </a:xfrm>
          <a:prstGeom prst="rect">
            <a:avLst/>
          </a:prstGeom>
          <a:solidFill>
            <a:srgbClr val="8B4513">
              <a:alpha val="10000"/>
            </a:srgbClr>
          </a:solidFill>
          <a:ln w="12700">
            <a:solidFill>
              <a:srgbClr val="8B4513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922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4513"/>
                </a:solidFill>
              </a:rPr>
              <a:t>REQUIRED FROM YOU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4142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Cloudflare account access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GitHub OAuth for CF Pages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4897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Domain name for Alhuda 2.0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DNS registrar access (Namecheap etc.)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62272" y="3867912"/>
            <a:ext cx="4407408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867912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chore(deploy): cloudflare pages configured and domain live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6351"/>
          </a:solidFill>
          <a:ln w="12700">
            <a:solidFill>
              <a:srgbClr val="3A63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4–6  ·  Import hadith data into the new Alhuda 2.0 Supabase database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3A6351"/>
          </a:solidFill>
          <a:ln w="12700">
            <a:solidFill>
              <a:srgbClr val="3A63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Export data from Timeless Hadith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Use Supabase dashboard or pg_dump to export hadiths table (7,277 rows) as SQL dump or CSV. Also export categories, blog posts.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84248"/>
            <a:ext cx="347472" cy="347472"/>
          </a:xfrm>
          <a:prstGeom prst="ellipse">
            <a:avLst/>
          </a:prstGeom>
          <a:solidFill>
            <a:srgbClr val="3A6351"/>
          </a:solidFill>
          <a:ln w="12700">
            <a:solidFill>
              <a:srgbClr val="3A63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Import into Alhuda 2.0 Supabase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219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Use Supabase SQL editor or psql to import. Verify row counts match. Check encoding — Arabic text must be preserved in UTF-8.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7063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52928"/>
            <a:ext cx="347472" cy="347472"/>
          </a:xfrm>
          <a:prstGeom prst="ellipse">
            <a:avLst/>
          </a:prstGeom>
          <a:solidFill>
            <a:srgbClr val="3A6351"/>
          </a:solidFill>
          <a:ln w="12700">
            <a:solidFill>
              <a:srgbClr val="3A63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Rebuild full-text search indexes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09067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Run tsvector update queries on the hadiths table to rebuild search indexes for both English and Arabic columns.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21608"/>
            <a:ext cx="347472" cy="347472"/>
          </a:xfrm>
          <a:prstGeom prst="ellipse">
            <a:avLst/>
          </a:prstGeom>
          <a:solidFill>
            <a:srgbClr val="3A6351"/>
          </a:solidFill>
          <a:ln w="12700">
            <a:solidFill>
              <a:srgbClr val="3A63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Verify data on the 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95935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Open live Alhuda 2.0 site and confirm hadiths, categories, and search results load correctly from the new database.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feat(data): hadith data migrated and search indexes rebuilt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&amp; Content Cleanup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6–8  ·  Remove Timeless Hadith content, refine Alhuda identity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Rewrite About Us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Fresh About Us for Alhuda 2.0: new mission, vision, authentic hadith value, user trust — distinct from Timeless Hadith.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8424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footer, legal, contact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219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New copyright name and year. Update privacy policy and terms of service. New contact email for Alhuda.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7063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5292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Remove Timeless Hadith social links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09067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Update or remove existing social links. Add Alhuda-specific profiles: Facebook, Instagram, X, YouTube, LinkedIn.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2160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Apply sprint-level UI improvements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95935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Carry over improvements from TH sprint: emoji removal, italic cleanup, theme system, bookmark badge, category icons.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feat(content): alhuda-2-0 about page, footer, and ui cleanup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Optimization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8–9  ·  Rank Alhuda 2.0 from day one with structured metadata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Update all page titles &amp; meta descriptions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Every page gets a unique, keyword-rich title and meta description reflecting Alhuda's identity and hadith content.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8424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Add Open Graph and Twitter Card tags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219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OG image, OG title, OG description, Twitter:card — rich previews when shared on social media.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7063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5292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Add JSON-LD structured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09067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WebSite schema on homepage. BreadcrumbList on category pages. Article schema on blog posts.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2160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Submit sitemap to Google Search Console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95935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Add domain to Google Search Console. Submit sitemap.xml. Request indexing of key pages immediately after launch.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feat(seo): metadata, og tags, json-ld, and sitemap configured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Search Integration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9–11  ·  Connect OpenAI for hybrid semantic + full-text hadith search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Connect OpenAI API key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User provides OpenAI API key. Add to Cloudflare Pages env vars. Configure model: gpt-4o-mini for cost efficiency.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7190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013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7647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Generate and store embeddings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0391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Optional: generate text-embedding-3-small embeddings per hadith stored in Supabase pgvector column. Enables semantic retrieval.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048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4871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450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Wire up hybrid search endpoint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27249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Supabase Edge Function: run full-text tsvector query first, then re-rank using semantic similarity. Return top 10 results.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09067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1729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Test search 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10712"/>
            <a:ext cx="8138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Test queries in English and Arabic. Verify results are relevant, fast (&lt;2s), and grounded — no hallucinated content.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67912"/>
            <a:ext cx="4023360" cy="96012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922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REQUIRED FROM YOU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4142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OpenAI API key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315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Enable embeddings? Yes / No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4897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Budget alert threshold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663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 Social automation choice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62272" y="3867912"/>
            <a:ext cx="4407408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867912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feat(ai): openai hybrid search integrated for alhuda-2-0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7A6B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731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QA, Performance &amp; Go-Live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30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EE7"/>
                </a:solidFill>
              </a:rPr>
              <a:t>Day 12–14  ·  Full testing pass, Lighthouse audit, and launch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solidFill>
            <a:srgbClr val="C9A84C">
              <a:alpha val="75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347472" cy="347472"/>
          </a:xfrm>
          <a:prstGeom prst="ellipse">
            <a:avLst/>
          </a:prstGeom>
          <a:solidFill>
            <a:srgbClr val="5C7A6B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Cross-device QA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35331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Test on mobile (iOS + Android), tablet, and desktop. Check layout, theme toggle, bookmarks, search, and navigation.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84248"/>
            <a:ext cx="347472" cy="347472"/>
          </a:xfrm>
          <a:prstGeom prst="ellipse">
            <a:avLst/>
          </a:prstGeom>
          <a:solidFill>
            <a:srgbClr val="5C7A6B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Lighthouse performance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2199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Run Lighthouse on key pages. Target: Performance 90+, SEO 90+, Accessibility 85+, Best Practices 90+.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7063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52928"/>
            <a:ext cx="347472" cy="347472"/>
          </a:xfrm>
          <a:prstGeom prst="ellipse">
            <a:avLst/>
          </a:prstGeom>
          <a:solidFill>
            <a:srgbClr val="5C7A6B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Security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09067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Confirm no secrets in frontend JS. Verify Supabase RLS blocks unauthorized writes. Check CORS and CSP headers via Cloudflare.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595360" cy="0"/>
          </a:xfrm>
          <a:prstGeom prst="line">
            <a:avLst/>
          </a:prstGeom>
          <a:noFill/>
          <a:ln w="9525">
            <a:solidFill>
              <a:srgbClr val="EDE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21608"/>
            <a:ext cx="347472" cy="347472"/>
          </a:xfrm>
          <a:prstGeom prst="ellipse">
            <a:avLst/>
          </a:prstGeom>
          <a:solidFill>
            <a:srgbClr val="5C7A6B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DNS propagation &amp; launch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959352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B73"/>
                </a:solidFill>
              </a:rPr>
              <a:t>Verify custom domain is fully propagated. Test HTTPS. Announce on social media. Submit to Google Search Console immediately.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8631936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370832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commit:  chore(qa): final polish, performance, and launch ready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B788"/>
                </a:solidFill>
              </a:rPr>
              <a:t>SCHEDULE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14-Day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22960" cy="329184"/>
          </a:xfrm>
          <a:prstGeom prst="rect">
            <a:avLst/>
          </a:prstGeom>
          <a:solidFill>
            <a:srgbClr val="2D6A4F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C97A"/>
                </a:solidFill>
              </a:rPr>
              <a:t>Phase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05840" y="914400"/>
            <a:ext cx="3017520" cy="329184"/>
          </a:xfrm>
          <a:prstGeom prst="rect">
            <a:avLst/>
          </a:prstGeom>
          <a:solidFill>
            <a:srgbClr val="2D6A4F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14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C97A"/>
                </a:solidFill>
              </a:rPr>
              <a:t>Name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23360" y="914400"/>
            <a:ext cx="1005840" cy="329184"/>
          </a:xfrm>
          <a:prstGeom prst="rect">
            <a:avLst/>
          </a:prstGeom>
          <a:solidFill>
            <a:srgbClr val="2D6A4F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9144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C97A"/>
                </a:solidFill>
              </a:rPr>
              <a:t>Days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0" y="914400"/>
            <a:ext cx="2011680" cy="329184"/>
          </a:xfrm>
          <a:prstGeom prst="rect">
            <a:avLst/>
          </a:prstGeom>
          <a:solidFill>
            <a:srgbClr val="2D6A4F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914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C97A"/>
                </a:solidFill>
              </a:rPr>
              <a:t>Blocker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097280" cy="329184"/>
          </a:xfrm>
          <a:prstGeom prst="rect">
            <a:avLst/>
          </a:prstGeom>
          <a:solidFill>
            <a:srgbClr val="2D6A4F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914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C97A"/>
                </a:solidFill>
              </a:rPr>
              <a:t>Status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243584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243584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243584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243584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243584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243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12435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Repo Setup &amp; Clone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69080" y="1243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4920" y="12435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0" y="1307592"/>
            <a:ext cx="914400" cy="201168"/>
          </a:xfrm>
          <a:prstGeom prst="rect">
            <a:avLst/>
          </a:prstGeom>
          <a:solidFill>
            <a:srgbClr val="52B788">
              <a:alpha val="18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307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2B788"/>
                </a:solidFill>
              </a:rPr>
              <a:t>Ready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880" y="1572768"/>
            <a:ext cx="82296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572768"/>
            <a:ext cx="301752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1572768"/>
            <a:ext cx="100584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572768"/>
            <a:ext cx="20116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1572768"/>
            <a:ext cx="10972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1572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1560" y="15727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Supabase Project Setup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6908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1–2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4920" y="1572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Need credentials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32320" y="1636776"/>
            <a:ext cx="914400" cy="201168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1636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Input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1901952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1901952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1901952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901952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190195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1901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" y="1901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Branding &amp; Identity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069080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2–3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19019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Need logo assets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32320" y="1965960"/>
            <a:ext cx="914400" cy="201168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Input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2880" y="2231136"/>
            <a:ext cx="82296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5840" y="2231136"/>
            <a:ext cx="301752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2231136"/>
            <a:ext cx="100584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0" y="2231136"/>
            <a:ext cx="20116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40880" y="2231136"/>
            <a:ext cx="10972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2231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51560" y="2231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Env Variables &amp; Config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69080" y="22311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4920" y="2231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After Phase 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32320" y="2295144"/>
            <a:ext cx="914400" cy="201168"/>
          </a:xfrm>
          <a:prstGeom prst="rect">
            <a:avLst/>
          </a:prstGeom>
          <a:solidFill>
            <a:srgbClr val="999999">
              <a:alpha val="18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9999"/>
                </a:solidFill>
              </a:rPr>
              <a:t>Blocked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2880" y="2560320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5840" y="2560320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23360" y="2560320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2560320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40880" y="256032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25603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4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1560" y="2560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Cloudflare Pages Deploy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69080" y="2560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3–4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074920" y="2560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Need domain + CF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132320" y="2624328"/>
            <a:ext cx="914400" cy="201168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0" y="2624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Input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82880" y="2889504"/>
            <a:ext cx="82296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5840" y="2889504"/>
            <a:ext cx="301752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2889504"/>
            <a:ext cx="100584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0" y="2889504"/>
            <a:ext cx="20116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40880" y="2889504"/>
            <a:ext cx="10972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28895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5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51560" y="28895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Data Migration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069080" y="28895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4–6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74920" y="2889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After Phase 1 &amp; 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132320" y="2953512"/>
            <a:ext cx="914400" cy="201168"/>
          </a:xfrm>
          <a:prstGeom prst="rect">
            <a:avLst/>
          </a:prstGeom>
          <a:solidFill>
            <a:srgbClr val="999999">
              <a:alpha val="18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32320" y="2953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9999"/>
                </a:solidFill>
              </a:rPr>
              <a:t>Blocked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82880" y="3218688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05840" y="3218688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0" y="3218688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0" y="3218688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40880" y="3218688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" y="32186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6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051560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UI/UX &amp; Content Cleanup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069080" y="32186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6–8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74920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—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132320" y="3282696"/>
            <a:ext cx="914400" cy="201168"/>
          </a:xfrm>
          <a:prstGeom prst="rect">
            <a:avLst/>
          </a:prstGeom>
          <a:solidFill>
            <a:srgbClr val="2D6A4F">
              <a:alpha val="18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32320" y="3282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6A4F"/>
                </a:solidFill>
              </a:rPr>
              <a:t>Parallel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2880" y="3547872"/>
            <a:ext cx="82296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05840" y="3547872"/>
            <a:ext cx="301752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23360" y="3547872"/>
            <a:ext cx="100584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029200" y="3547872"/>
            <a:ext cx="20116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40880" y="3547872"/>
            <a:ext cx="10972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8600" y="35478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7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051560" y="3547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SEO Optimization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069080" y="3547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8–9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074920" y="3547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After Phase 6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132320" y="3611880"/>
            <a:ext cx="914400" cy="201168"/>
          </a:xfrm>
          <a:prstGeom prst="rect">
            <a:avLst/>
          </a:prstGeom>
          <a:solidFill>
            <a:srgbClr val="999999">
              <a:alpha val="18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32320" y="3611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9999"/>
                </a:solidFill>
              </a:rPr>
              <a:t>Blocked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82880" y="3877056"/>
            <a:ext cx="8229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5840" y="3877056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023360" y="3877056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29200" y="3877056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40880" y="3877056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38770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8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051560" y="38770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AI Search Integration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4069080" y="38770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9–11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074920" y="38770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Need OpenAI key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7132320" y="3941064"/>
            <a:ext cx="914400" cy="201168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132320" y="3941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Input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82880" y="4206240"/>
            <a:ext cx="82296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05840" y="4206240"/>
            <a:ext cx="301752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023360" y="4206240"/>
            <a:ext cx="100584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29200" y="4206240"/>
            <a:ext cx="20116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40880" y="4206240"/>
            <a:ext cx="1097280" cy="329184"/>
          </a:xfrm>
          <a:prstGeom prst="rect">
            <a:avLst/>
          </a:prstGeom>
          <a:solidFill>
            <a:srgbClr val="F8F4ED"/>
          </a:solidFill>
          <a:ln w="6350">
            <a:solidFill>
              <a:srgbClr val="EDE8D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8600" y="4206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9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1051560" y="4206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QA, Performance &amp; Launch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4069080" y="42062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Day 12–14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5074920" y="4206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73"/>
                </a:solidFill>
              </a:rPr>
              <a:t>After all phases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132320" y="4270248"/>
            <a:ext cx="914400" cy="201168"/>
          </a:xfrm>
          <a:prstGeom prst="rect">
            <a:avLst/>
          </a:prstGeom>
          <a:solidFill>
            <a:srgbClr val="8B4513">
              <a:alpha val="18000"/>
            </a:srgbClr>
          </a:solidFill>
          <a:ln w="6350">
            <a:solidFill>
              <a:srgbClr val="8B451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132320" y="4270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4513"/>
                </a:solidFill>
              </a:rPr>
              <a:t>Final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3828"/>
          </a:solidFill>
          <a:ln w="12700">
            <a:solidFill>
              <a:srgbClr val="163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B788"/>
                </a:solidFill>
              </a:rPr>
              <a:t>BEFORE WE START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to Provide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Supabase (Phase 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64008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New Supabase project URL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64008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Anon (public) Key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64008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Service Role Key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64008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Migrate TH data? Yes / No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90872" y="1005840"/>
            <a:ext cx="420624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1005840"/>
            <a:ext cx="4206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Branding (Phase 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28032" y="1481328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Logo file (SVG/PNG 512px+)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8032" y="1773936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Favicon ICO/PNG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28032" y="206654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Color scheme preference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28032" y="235915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Site tagline 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944368"/>
            <a:ext cx="420624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944368"/>
            <a:ext cx="4206240" cy="64008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C97A"/>
                </a:solidFill>
              </a:rPr>
              <a:t>Deployment (Phase 4)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19856"/>
            <a:ext cx="64008" cy="64008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Cloudflare account access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712464"/>
            <a:ext cx="64008" cy="64008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GitHub OAuth for CF Pages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005072"/>
            <a:ext cx="64008" cy="64008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Domain name for Alhuda 2.0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64008" cy="64008"/>
          </a:xfrm>
          <a:prstGeom prst="rect">
            <a:avLst/>
          </a:prstGeom>
          <a:solidFill>
            <a:srgbClr val="E6C97A"/>
          </a:solidFill>
          <a:ln w="12700">
            <a:solidFill>
              <a:srgbClr val="E6C9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DNS registrar access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90872" y="2944368"/>
            <a:ext cx="420624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90872" y="2944368"/>
            <a:ext cx="4206240" cy="64008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8C5B5"/>
                </a:solidFill>
              </a:rPr>
              <a:t>AI Features (Phase 8)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28032" y="3419856"/>
            <a:ext cx="64008" cy="64008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OpenAI API key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3712464"/>
            <a:ext cx="64008" cy="64008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46904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Enable embeddings? Yes / No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28032" y="4005072"/>
            <a:ext cx="64008" cy="64008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OpenAI budget alert threshold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28032" y="4297680"/>
            <a:ext cx="64008" cy="64008"/>
          </a:xfrm>
          <a:prstGeom prst="rect">
            <a:avLst/>
          </a:prstGeom>
          <a:solidFill>
            <a:srgbClr val="A8C5B5"/>
          </a:solidFill>
          <a:ln w="12700">
            <a:solidFill>
              <a:srgbClr val="A8C5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DF"/>
                </a:solidFill>
              </a:rPr>
              <a:t>Social automation: Buffer or Make.com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365760"/>
            <a:ext cx="4023360" cy="402336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0" y="914400"/>
            <a:ext cx="2926080" cy="292608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Alhuda 2.0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C5B5"/>
                </a:solidFill>
              </a:rPr>
              <a:t>Provide your Supabase credentials, logo, domain, and OpenAI key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8C5B5"/>
                </a:solidFill>
              </a:rPr>
              <a:t>and Claude will execute all 10 phases from Day 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3611880"/>
            <a:ext cx="5852160" cy="777240"/>
          </a:xfrm>
          <a:prstGeom prst="rect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611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C97A"/>
                </a:solidFill>
              </a:rPr>
              <a:t>Remember: Choose social automation at the end  ·  Buffer ($6/mo) or Make.com ($9/mo)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9070"/>
                </a:solidFill>
              </a:rPr>
              <a:t>Prepared by Claude (Cowork Mode)  · 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Alhuda 2.0 — Project Execution Plan</dc:title>
  <dc:subject>PptxGenJS Presentation</dc:subject>
  <dc:creator>Claude (Cowork Mode)</dc:creator>
  <cp:lastModifiedBy>Claude (Cowork Mode)</cp:lastModifiedBy>
  <cp:revision>1</cp:revision>
  <dcterms:created xsi:type="dcterms:W3CDTF">2026-04-25T11:16:06Z</dcterms:created>
  <dcterms:modified xsi:type="dcterms:W3CDTF">2026-04-25T11:16:06Z</dcterms:modified>
</cp:coreProperties>
</file>